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9" r:id="rId31"/>
    <p:sldId id="290" r:id="rId32"/>
    <p:sldId id="288" r:id="rId33"/>
    <p:sldId id="291" r:id="rId34"/>
    <p:sldId id="26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630" autoAdjust="0"/>
  </p:normalViewPr>
  <p:slideViewPr>
    <p:cSldViewPr snapToGrid="0">
      <p:cViewPr varScale="1">
        <p:scale>
          <a:sx n="47" d="100"/>
          <a:sy n="47" d="100"/>
        </p:scale>
        <p:origin x="14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9D2E6-62DF-5D4C-E485-A96276E2C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6D58F-531D-B4CE-1B06-C5020FCF4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1A214-9E46-32FF-A148-BE377CEAE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B1E69-9209-7C8A-888D-7AC6422D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9AD79-8B53-DCEB-8CC8-8051F38A9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27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D777-6AB1-6902-2DC2-6F6D279A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0A0D0-D215-87F7-B0D2-A1CC01F17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5EF16-B6E9-B1C6-3710-65992663D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0F86C-5979-127A-E88A-38C3A87B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000F3-4B4D-A450-6E82-454F7A08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7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5F34-F55B-B4F1-11FA-BE5AE8DD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69987-13B7-7DC2-B820-BBEDEE720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85CC0-3FDE-F5C7-5861-1EAB87B0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D64F3-199C-3F54-920F-40302EFCA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9020E-3EE5-A1EC-B4A1-9BDD5F23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82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0D90-1251-190A-CC0A-BC45D3A7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CCE13-8174-6C60-B999-31E501A15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B4E7C-26F4-2EB4-2949-0D6883A7A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09158-4F0E-2A3B-4A28-D7CD289E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A6DD8-80EB-A85B-A148-AE75D291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98E28-87E0-3C93-C9AD-9578DE97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470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6B6C-09CE-207E-27F6-4268D3F98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9AF85-69C5-20F1-0D42-7B78B105C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AAD6-B359-C0F0-FB2E-C795B2D0F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27938-AD24-C423-A91B-4E50695F9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A26BB-7CC9-8EFB-4E11-D1D813E42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2A787-A275-AF80-5332-C8CFB705E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24CB11-6DD4-49B3-53EE-2374F8C7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D287F-C420-C2E3-504B-BBD36686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81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2178-B7E3-5D52-85BB-83816F56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52A27-860A-973A-E7FA-2D73510C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B37A22-034C-927C-DAA8-6AA5CFF93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97A17-C4C2-D5E9-3A2A-C442B5C0D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878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9AF14-B1DD-7401-E32B-0E34BBBA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C0EBE-D9D3-B71A-CB7D-151F81A7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5507E-5B75-7855-AE05-3DB551873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51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D323-DDE9-79B7-450A-4EF1B4E1A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A027C-0DD2-5891-163E-A06F04CCD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7994B-F907-617C-CAED-462B133A8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95E88-F832-84EC-662D-9FC2F71A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D2EA7-2644-F735-1703-F147EAA5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A6ED7-A762-1B7F-28EB-E055301C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98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EE05D-03D8-A337-7ED9-851D2E76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88BA8-FBF9-4A52-0FA2-9BAF6C311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0FBC-260F-CC0C-AF39-EBF8BBA63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B696D-4A15-DFCC-0183-F27FF8F8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717F5-1875-22DF-6826-87505B12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88769-C73F-38C1-E026-32B5C1FA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266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24A38-0BC5-E789-195B-B7B4DBFE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2D7B3-CC86-DC5C-9386-D3EFA5A86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69E75-256C-E49E-7FE0-1A2DB1CE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34C6F-0E66-34EE-BA59-DE9126575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85FEC-0FA4-D9B4-DC1E-81EE5AA7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8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8F01F-2CA2-6073-9499-54417094E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FACE3-BB6B-4EB5-B451-901069803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2A86E-525C-F7A8-B713-4FF3BAE38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7CE1-7A1C-E446-A9DA-C2DAE44C8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607DF-4742-26A2-01C9-5DC8C99B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80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0A9CD-2C15-8778-8123-E4ED27B1E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B2702-1C18-5BC7-847F-62525FCAC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CF5E7-97B6-DEE0-A636-9F7D2429EB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7B742-FDAE-4BD9-AB9F-BE6991C9628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93E6-E6A8-5C8A-3812-842A9DD5A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5F983-95C8-216F-F4AE-3DF5562A9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DDC74-6B5F-4E4E-86B7-CE99EA7E2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89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BA87-78CE-2A1D-6A6C-E2EBDED1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otnet detection using neural networks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3C50A-5FCA-F2F2-BDB3-FB6435BAB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                 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ABHINAY</a:t>
            </a:r>
            <a:r>
              <a:rPr lang="en-IN" dirty="0"/>
              <a:t> BIR ( P24CS016 )</a:t>
            </a:r>
          </a:p>
        </p:txBody>
      </p:sp>
    </p:spTree>
    <p:extLst>
      <p:ext uri="{BB962C8B-B14F-4D97-AF65-F5344CB8AC3E}">
        <p14:creationId xmlns:p14="http://schemas.microsoft.com/office/powerpoint/2010/main" val="133025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DFFC-65C3-8FC8-033A-235936D35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1" y="99106"/>
            <a:ext cx="11560628" cy="1228951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Botnet?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F8CF1-68AC-2AFB-0E03-87DF6A645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487" y="1632857"/>
            <a:ext cx="11560628" cy="4767943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Definition: </a:t>
            </a:r>
            <a:r>
              <a:rPr lang="en-US" dirty="0"/>
              <a:t>are malware-controlled networks that exploit unknown or unpatched vulnerabilities in Android devices.</a:t>
            </a:r>
          </a:p>
          <a:p>
            <a:pPr algn="l"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r>
              <a:rPr lang="en-US" dirty="0"/>
              <a:t>These botnets:</a:t>
            </a:r>
          </a:p>
          <a:p>
            <a:pPr algn="l">
              <a:buNone/>
            </a:pPr>
            <a:endParaRPr lang="en-US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sz="2400" dirty="0"/>
              <a:t>Secretly infect Android devices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dirty="0"/>
              <a:t>Can steal data, send spam, or perform DDoS attacks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dirty="0"/>
              <a:t>Are hard to detect using traditional methods</a:t>
            </a:r>
          </a:p>
          <a:p>
            <a:pPr algn="l">
              <a:buNone/>
            </a:pP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54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82721-9370-071F-FA6E-910EEC48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D3D2-23BC-E1F2-13B5-AA65FEF7A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1" y="99107"/>
            <a:ext cx="11560628" cy="78989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2E555-D1DB-E687-7694-9A5B58654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285195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Android devices are widely used across domains like banking, healthcare, and entertainment.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The open-source nature of Android makes it a major target for attackers.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Android botnets pose a significant threat by allowing remote control for malicious activities.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Botnets are difficult to detect as they involve new, unseen attack patterns.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Traditional detection methods are not effective against these evolving threats.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There is a need for a robust neural network-based solution that can detect zero-day Android botnets using permission-based features.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39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F0EE-2FD7-E412-D7BA-F6E6B7C3E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860-1BE7-0804-46AA-A6DAEEEAB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1" y="99107"/>
            <a:ext cx="11560628" cy="789894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Dataset Overview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3150E-28D2-CD98-4676-696E65547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dirty="0"/>
              <a:t>Total Samples: 3,458 Android applications</a:t>
            </a:r>
          </a:p>
          <a:p>
            <a:pPr algn="l">
              <a:buNone/>
            </a:pPr>
            <a:endParaRPr lang="en-US" dirty="0"/>
          </a:p>
          <a:p>
            <a:pPr algn="l">
              <a:buNone/>
            </a:pPr>
            <a:r>
              <a:rPr lang="en-US" dirty="0"/>
              <a:t>Benign Apps: 1,729</a:t>
            </a:r>
          </a:p>
          <a:p>
            <a:pPr algn="l">
              <a:buNone/>
            </a:pPr>
            <a:r>
              <a:rPr lang="en-US" dirty="0"/>
              <a:t>Botnet Apps: 1,729</a:t>
            </a:r>
          </a:p>
          <a:p>
            <a:pPr algn="l">
              <a:buNone/>
            </a:pPr>
            <a:endParaRPr lang="en-US" dirty="0"/>
          </a:p>
          <a:p>
            <a:pPr algn="l">
              <a:buNone/>
            </a:pPr>
            <a:r>
              <a:rPr lang="en-US" dirty="0"/>
              <a:t>Features: 455 permission-based features extracted from each app's manifest file</a:t>
            </a:r>
          </a:p>
          <a:p>
            <a:pPr algn="l">
              <a:buNone/>
            </a:pPr>
            <a:endParaRPr lang="en-US" dirty="0"/>
          </a:p>
          <a:p>
            <a:pPr algn="l">
              <a:buNone/>
            </a:pPr>
            <a:r>
              <a:rPr lang="en-US" dirty="0"/>
              <a:t>Label: Each sample is labeled as either benign or botnet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This balanced dataset provides a solid foundation for training and evaluating machine learning models, particularly in distinguishing between benign applications and those infected with botnets.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846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40AA3-EED5-4738-7808-364B78F24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311C-F844-5893-A9F2-D579936F1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1" y="99107"/>
            <a:ext cx="11560628" cy="789894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Implementation of Original Architecture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B7DA0-FEAD-0DEC-723B-5C0039FA2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69664-9F29-2ABD-CE67-28F966F3E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49" y="1092201"/>
            <a:ext cx="8801100" cy="518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1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0EF1-2621-BCD2-D279-59FC6A59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7F28-5DF7-D797-33B6-8032C19C9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1" y="99106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Curve ( mentioned in the paper)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36CA8-5336-C798-61B5-27B400A1D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41DE43-9C72-385F-60DE-8E796D78E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569"/>
            <a:ext cx="6590741" cy="48857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03A6EA-451A-1523-F18E-629252D88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695" y="1390569"/>
            <a:ext cx="6035305" cy="488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75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60D5E-2EB8-7ED0-E020-F44E5FB3A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EC0-F8E1-C1F8-3AFE-C55BDAC5A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1" y="99106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Curve (of implemented original mode, accuracy = 97.54%)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3106A-8713-FEC6-8ED8-B3EAD6333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8C0C3-F77E-4F1C-FE17-5D622D662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2" y="1406227"/>
            <a:ext cx="6253490" cy="5044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4959D6-D685-7D97-89B8-B90E891E1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53" y="1406227"/>
            <a:ext cx="5891847" cy="476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424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B11C-F6C9-8E4F-94B3-34B662AC6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3A74-634C-62F7-7BAF-1C9CAC6AA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1" y="99106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 Avoidance Techniques: Early Stopping (Test Accuracy : 97.69%)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D3813-AE5F-BD08-27C3-F78363BFB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78414C-EBB2-F490-6B45-D67360DD4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5" y="1598350"/>
            <a:ext cx="5885174" cy="4988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4689D3-8F93-4F11-5050-00FE99E53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691" y="1598350"/>
            <a:ext cx="5958214" cy="485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00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D85B-798A-64BE-3FA2-BC8F7828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2803-2120-C9CF-4438-CFD0531B5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 Avoidance Technique: Adding a Dropout Layer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44EA9-F8F1-EF50-3FC3-8ABAE1900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77F32-C387-C443-720D-1E9CAE38F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115" y="591796"/>
            <a:ext cx="8016767" cy="62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88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7B2CD-0229-55AD-E1A5-0A665E149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0378D6-E114-46C1-99CB-FCE97BA14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5CB3C2-C0FE-2DF6-1A8F-DBC278419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98" y="384135"/>
            <a:ext cx="10677408" cy="576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80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E43B9-55D2-73AB-37CA-6F43E8CC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E99D-02F2-0152-1883-3661AD3C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093" y="1752600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Experimenting with different values of p </a:t>
            </a:r>
            <a:r>
              <a:rPr lang="en-IN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dropout ratio </a:t>
            </a:r>
            <a:b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0.5 </a:t>
            </a:r>
            <a:r>
              <a:rPr lang="en-IN" sz="4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50% of nodes will be dropped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BD67D-FB83-9634-CC81-67FAB495A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42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6CD2F-8F11-8983-EFD2-CB42EF59B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300" y="182563"/>
            <a:ext cx="10782300" cy="985837"/>
          </a:xfrm>
        </p:spPr>
        <p:txBody>
          <a:bodyPr/>
          <a:lstStyle/>
          <a:p>
            <a:pPr algn="l"/>
            <a:r>
              <a:rPr lang="en-IN" dirty="0"/>
              <a:t>For p = 0.5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30A9D-2D14-1BC7-E222-897984285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300" y="1295400"/>
            <a:ext cx="10426700" cy="4089400"/>
          </a:xfrm>
        </p:spPr>
        <p:txBody>
          <a:bodyPr/>
          <a:lstStyle/>
          <a:p>
            <a:pPr algn="l"/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Test Accuracy: 97.83%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DFB4A-18A0-DE87-022B-F111BC7B4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26" y="1876309"/>
            <a:ext cx="11622148" cy="479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12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30B46-43C0-64DE-6EE0-A0424609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F1C28-2317-6AA8-E4DE-D1E2E64CC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300" y="182563"/>
            <a:ext cx="10782300" cy="985837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For p = 0.4 ( most optimum value of 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72934-760E-F718-C71E-783DFAFAA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300" y="1295400"/>
            <a:ext cx="10426700" cy="4089400"/>
          </a:xfrm>
        </p:spPr>
        <p:txBody>
          <a:bodyPr/>
          <a:lstStyle/>
          <a:p>
            <a:pPr algn="l"/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Test Accuracy: 97.98%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75FAF4-04B5-398D-B91A-E45BC0D2D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1800"/>
            <a:ext cx="12215705" cy="497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8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6C5A0-B04A-CBA4-3106-DC588BE4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1338-9117-E800-4F68-64E73F940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300" y="182563"/>
            <a:ext cx="10782300" cy="985837"/>
          </a:xfrm>
        </p:spPr>
        <p:txBody>
          <a:bodyPr/>
          <a:lstStyle/>
          <a:p>
            <a:pPr algn="l"/>
            <a:r>
              <a:rPr lang="en-IN" dirty="0"/>
              <a:t>For p = 0.3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4E514-3868-0EB3-156E-C05A0B685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300" y="1295400"/>
            <a:ext cx="10426700" cy="4089400"/>
          </a:xfrm>
        </p:spPr>
        <p:txBody>
          <a:bodyPr/>
          <a:lstStyle/>
          <a:p>
            <a:pPr algn="l"/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Test Accuracy: 97.98%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F22EC-F526-237D-F607-62D06F6DE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66" y="1965209"/>
            <a:ext cx="11611879" cy="471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55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BC63A-FDFC-BB50-B89E-DF1FFD7E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4AC9-BFF2-60CA-2527-4D68C052C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300" y="182563"/>
            <a:ext cx="10782300" cy="985837"/>
          </a:xfrm>
        </p:spPr>
        <p:txBody>
          <a:bodyPr/>
          <a:lstStyle/>
          <a:p>
            <a:pPr algn="l"/>
            <a:r>
              <a:rPr lang="en-IN" dirty="0"/>
              <a:t>For p = 0.3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55253-726E-1CCB-A3DC-9CCEF1F0E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300" y="1295400"/>
            <a:ext cx="10426700" cy="4089400"/>
          </a:xfrm>
        </p:spPr>
        <p:txBody>
          <a:bodyPr/>
          <a:lstStyle/>
          <a:p>
            <a:pPr algn="l"/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Test Accuracy: 97.98%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1D5BF-8C19-867B-3D72-24562AB4A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66" y="1965209"/>
            <a:ext cx="11611879" cy="471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71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6C408-F185-9C3F-7845-1F196841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82EE9-A4A3-E804-3328-6D66EE2C6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90667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 Avoidance Technique: L2 Regularization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0578C-3B05-2D9C-518A-79153E78A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7E3DD-EC01-C566-C80F-EC6E80766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640526"/>
            <a:ext cx="7378699" cy="631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433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F9E2B-29D5-41D8-BC7A-E517A8A3F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06F9-6959-CF90-AE02-F02BF245F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94319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Generalization: Batch Normalization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0C3E9-C827-7516-D5C8-F2D23F9A5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240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7B7ECC0-52E1-0292-42CC-B8219B856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400" y="-50059"/>
            <a:ext cx="6527800" cy="690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0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151BF-59F3-A7C5-1CF3-009F83E9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83593-5261-1FFD-AEA4-DE8815154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280381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US" sz="4800" dirty="0"/>
              <a:t>Custom Deep Neural Network using </a:t>
            </a:r>
            <a:r>
              <a:rPr lang="en-US" sz="4800" dirty="0" err="1"/>
              <a:t>Keras</a:t>
            </a:r>
            <a:r>
              <a:rPr lang="en-US" sz="4800" dirty="0"/>
              <a:t> Tuner</a:t>
            </a:r>
            <a:endParaRPr lang="en-IN" sz="16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0AA38-5708-FFD3-2ACE-08CB72A91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E789D-2CC7-DCD2-AB42-5206F7F26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12" y="1646387"/>
            <a:ext cx="10607004" cy="465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289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C5DAF-6D33-DEFA-4EDB-09A1123B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8678-8BBD-F7DD-0684-BFA23C10C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280381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US" sz="4800" dirty="0"/>
              <a:t>Custom Deep Neural Network using </a:t>
            </a:r>
            <a:r>
              <a:rPr lang="en-US" sz="4800" dirty="0" err="1"/>
              <a:t>Keras</a:t>
            </a:r>
            <a:r>
              <a:rPr lang="en-US" sz="4800" dirty="0"/>
              <a:t> Tuner</a:t>
            </a:r>
            <a:endParaRPr lang="en-IN" sz="16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BEB62-CB37-DCDF-F9B0-FED9CC3CF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5AC67B-9E4E-66F3-9AF8-43B4B19C1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10" y="1463974"/>
            <a:ext cx="10357090" cy="493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99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C918-FE94-1C38-C9BB-2E17DF85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599F6-B194-872B-8C0F-905AD65B9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280381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US" sz="4800" dirty="0"/>
              <a:t>Custom Deep Neural Network using </a:t>
            </a:r>
            <a:r>
              <a:rPr lang="en-US" sz="4800" dirty="0" err="1"/>
              <a:t>Keras</a:t>
            </a:r>
            <a:r>
              <a:rPr lang="en-US" sz="4800" dirty="0"/>
              <a:t> Tuner</a:t>
            </a:r>
            <a:endParaRPr lang="en-IN" sz="16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7F5B7-5250-AD43-237A-7A7F5455F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5D620-962A-10BA-F4BB-6A45C75C1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1548596"/>
            <a:ext cx="11924532" cy="485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15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FC30-DA45-9B6A-2817-78AA8AADE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63937-3084-5D3E-0255-37D645100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280381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US" sz="4800" dirty="0"/>
              <a:t>Custom Deep Neural Network using </a:t>
            </a:r>
            <a:r>
              <a:rPr lang="en-US" sz="4800" dirty="0" err="1"/>
              <a:t>Keras</a:t>
            </a:r>
            <a:r>
              <a:rPr lang="en-US" sz="4800" dirty="0"/>
              <a:t> Tuner</a:t>
            </a:r>
            <a:endParaRPr lang="en-IN" sz="16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4CE21-A9D3-11D5-B99C-298BEEDCB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920D2D-B388-C952-C547-375F1A18C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992" y="1218308"/>
            <a:ext cx="8477508" cy="503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28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DE51-1207-B151-104A-995AE1B45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5C3A-0C37-1A6F-D57C-26FCC124C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280381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US" sz="4800" dirty="0"/>
              <a:t>Custom Deep Neural Network using </a:t>
            </a:r>
            <a:r>
              <a:rPr lang="en-US" sz="4800" dirty="0" err="1"/>
              <a:t>Keras</a:t>
            </a:r>
            <a:r>
              <a:rPr lang="en-US" sz="4800" dirty="0"/>
              <a:t> Tuner</a:t>
            </a:r>
            <a:endParaRPr lang="en-IN" sz="16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C1DE8-7AE5-72B8-3CFE-301A83EE2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FD6146-F39A-60CF-2FF8-9EF7500AE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2" y="1513416"/>
            <a:ext cx="12090118" cy="506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8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2C9C-1D24-77DB-BD16-A39562F23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4A3C-DC06-88EE-C34D-9B338CAA8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280381"/>
            <a:ext cx="11560628" cy="1183593"/>
          </a:xfrm>
        </p:spPr>
        <p:txBody>
          <a:bodyPr>
            <a:noAutofit/>
          </a:bodyPr>
          <a:lstStyle/>
          <a:p>
            <a:pPr algn="l"/>
            <a:r>
              <a:rPr lang="en-US" sz="4800" dirty="0"/>
              <a:t>Custom Deep Neural Network using </a:t>
            </a:r>
            <a:r>
              <a:rPr lang="en-US" sz="4800" dirty="0" err="1"/>
              <a:t>Keras</a:t>
            </a:r>
            <a:r>
              <a:rPr lang="en-US" sz="4800" dirty="0"/>
              <a:t> Tuner</a:t>
            </a:r>
            <a:endParaRPr lang="en-IN" sz="16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50C05-3BE7-0EE2-4D61-96443235B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3F9B3-64AD-5EB2-BCBF-6198719A5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265" y="1736678"/>
            <a:ext cx="9254697" cy="367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61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34740-CAB5-02CD-AC44-407404E1E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406AE5-1B2D-283D-B654-47A9A6AFB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36194A-7E92-6492-8499-B33469C5D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401" y="28620"/>
            <a:ext cx="5270499" cy="682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25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25F1-DE09-3C3F-7E57-6921FB977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06CD76-53E3-4DB6-EF9F-086533215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3393E-A9E2-F59F-40B8-3A4108CED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02" y="228601"/>
            <a:ext cx="9681684" cy="587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97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630B-F534-9634-B3FC-C7BBCFF0B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52261D-28A2-5953-4D9A-EE882472B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A1498-2377-542B-59EB-4737C8491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50" y="311351"/>
            <a:ext cx="10211649" cy="629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87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41882-F14C-B9FC-275B-60F9BAC04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490D2B-FAF6-D6B9-496B-5F336B89A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6148AF-2588-F84A-193D-1FDF072B3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603" y="122776"/>
            <a:ext cx="9177498" cy="656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532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9050-A56E-A778-CD31-163030B6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782A41-1D44-43BE-6089-7D8A50751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726DA-982E-05E8-8A7E-A3C1B3D1A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966" y="-108533"/>
            <a:ext cx="3622634" cy="696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17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9E04-4667-05B6-8A2E-1B464CF9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2ADB1F-A16C-572E-C51F-1419E4E1D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D3E958-123C-AF0D-44AF-65C52C265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242" y="15997"/>
            <a:ext cx="7440158" cy="651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39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6D5E8-7944-9598-E755-FD4091B9B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6980F3-9C60-EB5C-973B-3121D6C8F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F4DAB3-792A-6547-9E47-2BCF7B683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007" y="253704"/>
            <a:ext cx="7875874" cy="62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6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27577-C074-63EA-85ED-3AC0E0F6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6A382-2F71-0E6B-8F2E-721325075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E2374D-E696-C637-BACC-BEC79188D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74" y="436600"/>
            <a:ext cx="11828232" cy="62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11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E720-C2E9-271E-16D4-A64E89CE1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DC3244-34B5-3C84-7531-F8B13F990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93" y="1092201"/>
            <a:ext cx="11685813" cy="576579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2552E-0CB4-D08C-A8DE-64DF17018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423" y="162635"/>
            <a:ext cx="9184943" cy="632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32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AFC4-05FD-3D1C-34CE-B60AFCD5B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65212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387</Words>
  <Application>Microsoft Office PowerPoint</Application>
  <PresentationFormat>Widescreen</PresentationFormat>
  <Paragraphs>155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Times New Roman</vt:lpstr>
      <vt:lpstr>Office Theme</vt:lpstr>
      <vt:lpstr>Botnet detection using neural networks </vt:lpstr>
      <vt:lpstr>What is Botnet?</vt:lpstr>
      <vt:lpstr>Problem Statement</vt:lpstr>
      <vt:lpstr>Dataset Overview</vt:lpstr>
      <vt:lpstr>Implementation of Original Architecture</vt:lpstr>
      <vt:lpstr>Training and Validation Curve ( mentioned in the paper)</vt:lpstr>
      <vt:lpstr>Training and Validation Curve (of implemented original mode, accuracy = 97.54%)</vt:lpstr>
      <vt:lpstr>Overfitting Avoidance Techniques: Early Stopping (Test Accuracy : 97.69%)</vt:lpstr>
      <vt:lpstr>Overfitting Avoidance Technique: Adding a Dropout Layer </vt:lpstr>
      <vt:lpstr>PowerPoint Presentation</vt:lpstr>
      <vt:lpstr>Experimenting with different values of p i.e dropout ratio    p = 0.5 i.e 50% of nodes will be dropped</vt:lpstr>
      <vt:lpstr>For p = 0.5</vt:lpstr>
      <vt:lpstr>For p = 0.4 ( most optimum value of p)</vt:lpstr>
      <vt:lpstr>For p = 0.3</vt:lpstr>
      <vt:lpstr>For p = 0.3</vt:lpstr>
      <vt:lpstr>Overfitting Avoidance Technique: L2 Regularization</vt:lpstr>
      <vt:lpstr>Improved Generalization: Batch Normalization</vt:lpstr>
      <vt:lpstr>PowerPoint Presentation</vt:lpstr>
      <vt:lpstr>Custom Deep Neural Network using Keras Tuner</vt:lpstr>
      <vt:lpstr>Custom Deep Neural Network using Keras Tuner</vt:lpstr>
      <vt:lpstr>Custom Deep Neural Network using Keras Tuner</vt:lpstr>
      <vt:lpstr>Custom Deep Neural Network using Keras Tuner</vt:lpstr>
      <vt:lpstr>Custom Deep Neural Network using Keras Tuner</vt:lpstr>
      <vt:lpstr>Custom Deep Neural Network using Keras Tuner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Abhinay bir</dc:creator>
  <cp:lastModifiedBy>Abhinay bir</cp:lastModifiedBy>
  <cp:revision>2</cp:revision>
  <dcterms:created xsi:type="dcterms:W3CDTF">2025-05-02T00:17:18Z</dcterms:created>
  <dcterms:modified xsi:type="dcterms:W3CDTF">2025-05-02T03:08:25Z</dcterms:modified>
</cp:coreProperties>
</file>